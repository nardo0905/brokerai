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3"/>
  </p:normalViewPr>
  <p:slideViewPr>
    <p:cSldViewPr snapToGrid="0">
      <p:cViewPr varScale="1">
        <p:scale>
          <a:sx n="88" d="100"/>
          <a:sy n="88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AE8B-A537-4B4A-00C4-204CB4991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70918-A9AC-B737-0D19-22B9C34FA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4A750-F13D-92F2-B738-44A4D574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14B2C-29C3-1F44-3964-A8C9FAFE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4E4C5-A0AB-305B-F9D3-2C8F8E24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5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6AD8-EF15-F917-331A-091B8FFF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0CBF-D164-489F-7A6E-6A6655228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AC795-21DF-F9BF-58B5-6829D51C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4B2-AA37-9052-5D1D-61257E41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5468-94ED-780A-5461-8A95CDEC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4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8D1B-A98F-3859-D808-5EFD5F55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41E83-49C6-E8B0-9787-84BE5FA5F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4AA6-477A-1200-2695-7198481B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E561F-9E5B-33BF-8A29-E249E5DF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1100-5B73-A1CA-DB5C-1FB0D919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80B-E2C4-D59E-D864-3A448BCB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C4606-5685-953A-3ADF-11C5F4854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F5D40-429B-B005-8561-60FB77F80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76DC9-81F8-DF30-F032-550874FA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CEBE8-ECB9-E462-4E40-1E77D64B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66768-2F26-B716-9DAF-95347D00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8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5BBB-7A7D-0DDF-132F-D012A78F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F4FBD-F9C7-CBE3-C50B-815EA1339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F0883-CC26-FC79-668F-ACBB5D08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B7E84-10E5-4D77-CA0F-8EA0AD82E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0BEAE-731C-1842-6133-13AA0A248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04629-D247-BD6E-FE0F-05AB034B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34D3C-7DCF-BD35-B540-07E5F21F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5B1C8-A63A-1F2B-A524-F6C474EB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7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A6B2-09BC-D64E-8245-F12FF0A6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A42CE-D985-14EE-DBB7-68ADCA49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F8203-B005-A8BB-CEB4-D9449573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374FC-7383-5A3A-68AB-5A16CC51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28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2EF782-A8B1-B7E1-8882-9CD1F40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45521-499E-59EB-F903-AF233734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32C1D-B3C1-5E9A-0086-BABD9C36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6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973C-A72F-D603-D19B-3F82B9D1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6291-1F6C-865A-0B79-CCF37951C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DBB17-B2A4-6786-25A7-6F92D1815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071FE-5C56-79ED-F123-E375C092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F6CB1-597F-26DB-1572-4279185D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FB397-4492-FE7A-F3F2-24A6B25D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6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3F73-D5F6-7C93-EF98-F6493C66C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F8B55-BA63-A9DC-C54D-F8AA2279C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9CB27-FC7D-83E3-37CB-DAA117EB3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6CFEA-C4B2-92FF-3164-37EFB908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B23D4-B4B6-8FA1-43E0-84EB916D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C8D38-E0CE-8438-6282-A6BBBB3C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9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9039-8707-9D09-F95F-717BADF3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56F7D-A8A4-28AE-B8C9-489950506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58AC0-3528-5C22-EBC1-209D51D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3C6AB-E567-1B3F-66A0-38DC15C9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25C69-BE73-9726-61A5-90A2BB1A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5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226B2-6CE4-A568-EC4F-9F85A23FC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09A38-58AB-C29B-C0AF-634C12C46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7BF7F-5681-C232-6FFA-4E9CE1E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F2CBD-F09F-44F2-C3CD-B82D91D3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2144D-B610-0630-8525-71904BA0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2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4155B-1C35-E0E6-858B-42441EE9F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223E0-0935-D194-4224-08BD9A704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D5A17-0978-1861-C69A-12C784551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85AB4-08A8-2945-BB5E-0AE24B05649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789B-7B50-01A2-5DAE-05067DAEC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C9BAC-FCB7-5D74-640C-A080C824D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7E050-DDD1-5A4A-A9FA-786BF8A34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8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ED3A78-F001-8706-66CB-444E6444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2A294-8B78-AEEA-3D44-A6286EA7D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92331" y="4470400"/>
            <a:ext cx="9144000" cy="2387600"/>
          </a:xfrm>
        </p:spPr>
        <p:txBody>
          <a:bodyPr>
            <a:normAutofit/>
          </a:bodyPr>
          <a:lstStyle/>
          <a:p>
            <a:r>
              <a:rPr lang="en-US" sz="8800" b="1" dirty="0" err="1">
                <a:solidFill>
                  <a:schemeClr val="bg1"/>
                </a:solidFill>
                <a:latin typeface="American Typewriter" panose="02090604020004020304" pitchFamily="18" charset="77"/>
              </a:rPr>
              <a:t>BrokerAI</a:t>
            </a:r>
            <a:endParaRPr lang="en-US" sz="8800" b="1" dirty="0">
              <a:solidFill>
                <a:schemeClr val="bg1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0207D-181A-C122-3F11-8975D23D7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8592" y="6534491"/>
            <a:ext cx="9144000" cy="1655762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- Doncho Ivanov, Lora Hristova</a:t>
            </a:r>
          </a:p>
        </p:txBody>
      </p:sp>
    </p:spTree>
    <p:extLst>
      <p:ext uri="{BB962C8B-B14F-4D97-AF65-F5344CB8AC3E}">
        <p14:creationId xmlns:p14="http://schemas.microsoft.com/office/powerpoint/2010/main" val="310910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3F44-70D0-EDB9-4278-78CC3470B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00FF"/>
                </a:highlight>
                <a:latin typeface="American Typewriter" panose="02090604020004020304" pitchFamily="18" charset="77"/>
              </a:rPr>
              <a:t>The Idea Behind </a:t>
            </a:r>
            <a:r>
              <a:rPr lang="en-US" b="1" dirty="0" err="1">
                <a:highlight>
                  <a:srgbClr val="FF00FF"/>
                </a:highlight>
                <a:latin typeface="American Typewriter" panose="02090604020004020304" pitchFamily="18" charset="77"/>
              </a:rPr>
              <a:t>BrokerAI</a:t>
            </a:r>
            <a:endParaRPr lang="en-US" b="1" dirty="0">
              <a:highlight>
                <a:srgbClr val="FF00FF"/>
              </a:highlight>
              <a:latin typeface="American Typewriter" panose="02090604020004020304" pitchFamily="18" charset="77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9E5EAD-E415-3775-6ACA-CB373C58B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496" y="1837500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53E4-6051-27BD-FC9C-86A64D11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highlight>
                  <a:srgbClr val="FF00FF"/>
                </a:highlight>
                <a:latin typeface="American Typewriter" panose="02090604020004020304" pitchFamily="18" charset="77"/>
              </a:rPr>
              <a:t>Agents we </a:t>
            </a:r>
            <a:r>
              <a:rPr lang="en-US" b="1" dirty="0">
                <a:highlight>
                  <a:srgbClr val="FF00FF"/>
                </a:highlight>
                <a:latin typeface="American Typewriter" panose="02090604020004020304" pitchFamily="18" charset="77"/>
              </a:rPr>
              <a:t>wanted</a:t>
            </a:r>
            <a:r>
              <a:rPr lang="en-US" dirty="0">
                <a:highlight>
                  <a:srgbClr val="FF00FF"/>
                </a:highlight>
                <a:latin typeface="American Typewriter" panose="02090604020004020304" pitchFamily="18" charset="77"/>
              </a:rPr>
              <a:t> to include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D6980C-A316-FB5A-16D0-34315443D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444" y="1471221"/>
            <a:ext cx="8080169" cy="538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7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Изображение на ">
            <a:extLst>
              <a:ext uri="{FF2B5EF4-FFF2-40B4-BE49-F238E27FC236}">
                <a16:creationId xmlns:a16="http://schemas.microsoft.com/office/drawing/2014/main" id="{92CA5335-95E7-5165-C43B-69C966C1B2CF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 err="1">
                <a:highlight>
                  <a:srgbClr val="FF00FF"/>
                </a:highlight>
                <a:latin typeface="American Typewriter" panose="02090604020004020304" pitchFamily="18" charset="77"/>
              </a:rPr>
              <a:t>BrokerAI</a:t>
            </a:r>
            <a:r>
              <a:rPr lang="en-US" dirty="0">
                <a:highlight>
                  <a:srgbClr val="FF00FF"/>
                </a:highlight>
                <a:latin typeface="American Typewriter" panose="02090604020004020304" pitchFamily="18" charset="77"/>
              </a:rPr>
              <a:t> experience</a:t>
            </a:r>
          </a:p>
        </p:txBody>
      </p:sp>
      <p:sp>
        <p:nvSpPr>
          <p:cNvPr id="6" name="AutoShape 6" descr="Изображение на ">
            <a:extLst>
              <a:ext uri="{FF2B5EF4-FFF2-40B4-BE49-F238E27FC236}">
                <a16:creationId xmlns:a16="http://schemas.microsoft.com/office/drawing/2014/main" id="{B6EF144C-F0BE-DCDB-41CA-352740F70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4594F6-E0AC-604B-BFC1-6205D2D3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878" y="1074589"/>
            <a:ext cx="8325922" cy="554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0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D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A3B66F-5C9A-9CBC-E1CA-8ECA91124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0209" y="1980"/>
            <a:ext cx="6856020" cy="685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62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</Words>
  <Application>Microsoft Macintosh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American Typewriter</vt:lpstr>
      <vt:lpstr>Arial</vt:lpstr>
      <vt:lpstr>Calibri</vt:lpstr>
      <vt:lpstr>Calibri Light</vt:lpstr>
      <vt:lpstr>Office Theme</vt:lpstr>
      <vt:lpstr>BrokerAI</vt:lpstr>
      <vt:lpstr>The Idea Behind BrokerAI</vt:lpstr>
      <vt:lpstr>Agents we wanted to include</vt:lpstr>
      <vt:lpstr>BrokerAI experience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Lora Hristova</dc:creator>
  <cp:lastModifiedBy>Lora Hristova</cp:lastModifiedBy>
  <cp:revision>1</cp:revision>
  <dcterms:created xsi:type="dcterms:W3CDTF">2026-02-10T19:39:22Z</dcterms:created>
  <dcterms:modified xsi:type="dcterms:W3CDTF">2026-02-10T20:17:16Z</dcterms:modified>
</cp:coreProperties>
</file>